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Classic Bold" charset="1" panose="00000800000000000000"/>
      <p:regular r:id="rId18"/>
    </p:embeddedFont>
    <p:embeddedFont>
      <p:font typeface="Brittany" charset="1" panose="00000000000000000000"/>
      <p:regular r:id="rId19"/>
    </p:embeddedFont>
    <p:embeddedFont>
      <p:font typeface="Montserrat Classic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VAGeBVGmDe0.mp4" Type="http://schemas.openxmlformats.org/officeDocument/2006/relationships/video"/><Relationship Id="rId4" Target="../media/VAGeBVGmDe0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4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6006" y="4718954"/>
            <a:ext cx="14275988" cy="187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b="true" sz="14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RETROES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554368" y="2705199"/>
            <a:ext cx="5469649" cy="546964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526468" y="2986858"/>
            <a:ext cx="9235063" cy="200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000000"/>
                </a:solidFill>
                <a:latin typeface="Brittany"/>
                <a:ea typeface="Brittany"/>
                <a:cs typeface="Brittany"/>
                <a:sym typeface="Brittany"/>
              </a:rPr>
              <a:t>Collection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63172" y="4718954"/>
            <a:ext cx="11561656" cy="187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b="true" sz="14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RETROES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52307" y="6810696"/>
            <a:ext cx="6423458" cy="42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124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By Maruf Hossain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212613"/>
            <a:ext cx="9377874" cy="10712225"/>
            <a:chOff x="0" y="0"/>
            <a:chExt cx="2469893" cy="2821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9893" cy="2821327"/>
            </a:xfrm>
            <a:custGeom>
              <a:avLst/>
              <a:gdLst/>
              <a:ahLst/>
              <a:cxnLst/>
              <a:rect r="r" b="b" t="t" l="l"/>
              <a:pathLst>
                <a:path h="2821327" w="2469893">
                  <a:moveTo>
                    <a:pt x="0" y="0"/>
                  </a:moveTo>
                  <a:lnTo>
                    <a:pt x="2469893" y="0"/>
                  </a:lnTo>
                  <a:lnTo>
                    <a:pt x="2469893" y="2821327"/>
                  </a:lnTo>
                  <a:lnTo>
                    <a:pt x="0" y="2821327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69893" cy="2859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3474" y="2804478"/>
            <a:ext cx="5873170" cy="219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LIST OF 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3474" y="5475922"/>
            <a:ext cx="5095704" cy="701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 Java-based Game Platform with a Retro Aesthetic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35687" y="1802425"/>
            <a:ext cx="5620153" cy="6682149"/>
            <a:chOff x="0" y="0"/>
            <a:chExt cx="7493537" cy="890953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858702" y="6910260"/>
              <a:ext cx="563483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CONCLUSION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757860"/>
              <a:ext cx="1858702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09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0"/>
              <a:ext cx="1858702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03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858702" y="152400"/>
              <a:ext cx="563483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ABOUT RETROES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351572"/>
              <a:ext cx="1858702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04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858702" y="1503972"/>
              <a:ext cx="563483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PROJECT GOAL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703144"/>
              <a:ext cx="1858702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05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858702" y="2855544"/>
              <a:ext cx="563483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KEY FEATURES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054716"/>
              <a:ext cx="1858702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06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858702" y="4207116"/>
              <a:ext cx="563483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TECHNICAL STACK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406288"/>
              <a:ext cx="1858702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08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858702" y="5558688"/>
              <a:ext cx="563483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GAME HIGHLIGHTS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858702" y="8261832"/>
              <a:ext cx="563483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QNA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8109432"/>
              <a:ext cx="1858702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351" y="-276396"/>
            <a:ext cx="9335351" cy="10839793"/>
            <a:chOff x="0" y="0"/>
            <a:chExt cx="2458693" cy="2854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8693" cy="2854925"/>
            </a:xfrm>
            <a:custGeom>
              <a:avLst/>
              <a:gdLst/>
              <a:ahLst/>
              <a:cxnLst/>
              <a:rect r="r" b="b" t="t" l="l"/>
              <a:pathLst>
                <a:path h="2854925" w="2458693">
                  <a:moveTo>
                    <a:pt x="0" y="0"/>
                  </a:moveTo>
                  <a:lnTo>
                    <a:pt x="2458693" y="0"/>
                  </a:lnTo>
                  <a:lnTo>
                    <a:pt x="2458693" y="2854925"/>
                  </a:lnTo>
                  <a:lnTo>
                    <a:pt x="0" y="2854925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8693" cy="289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61443" y="1028700"/>
            <a:ext cx="7297857" cy="8229600"/>
            <a:chOff x="0" y="0"/>
            <a:chExt cx="9730476" cy="1097280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25089" t="0" r="25089" b="0"/>
            <a:stretch>
              <a:fillRect/>
            </a:stretch>
          </p:blipFill>
          <p:spPr>
            <a:xfrm flipH="false" flipV="false">
              <a:off x="0" y="0"/>
              <a:ext cx="9730476" cy="10972800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1394926" y="4627126"/>
            <a:ext cx="6354149" cy="107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RETROES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4926" y="5876034"/>
            <a:ext cx="6354149" cy="2111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RETROES is a Java-based platform that allows users to play a variety of retro-style games.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Nostalgia with modern functionality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Fun user experience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4926" y="3541015"/>
            <a:ext cx="6354149" cy="138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9999">
                <a:solidFill>
                  <a:srgbClr val="000000"/>
                </a:solidFill>
                <a:latin typeface="Brittany"/>
                <a:ea typeface="Brittany"/>
                <a:cs typeface="Brittany"/>
                <a:sym typeface="Brittany"/>
              </a:rPr>
              <a:t>introducing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3874" y="-276396"/>
            <a:ext cx="9377874" cy="10839793"/>
            <a:chOff x="0" y="0"/>
            <a:chExt cx="2469893" cy="2854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9893" cy="2854925"/>
            </a:xfrm>
            <a:custGeom>
              <a:avLst/>
              <a:gdLst/>
              <a:ahLst/>
              <a:cxnLst/>
              <a:rect r="r" b="b" t="t" l="l"/>
              <a:pathLst>
                <a:path h="2854925" w="2469893">
                  <a:moveTo>
                    <a:pt x="0" y="0"/>
                  </a:moveTo>
                  <a:lnTo>
                    <a:pt x="2469893" y="0"/>
                  </a:lnTo>
                  <a:lnTo>
                    <a:pt x="2469893" y="2854925"/>
                  </a:lnTo>
                  <a:lnTo>
                    <a:pt x="0" y="2854925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69893" cy="289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69327" y="1605782"/>
            <a:ext cx="4692963" cy="7075436"/>
            <a:chOff x="0" y="0"/>
            <a:chExt cx="6257284" cy="9433915"/>
          </a:xfrm>
        </p:grpSpPr>
        <p:pic>
          <p:nvPicPr>
            <p:cNvPr name="Picture 6" id="6">
              <a:hlinkClick action="ppaction://media"/>
            </p:cNvPr>
            <p:cNvPicPr>
              <a:picLocks noChangeAspect="true"/>
            </p:cNvPicPr>
            <p:nvPr>
              <a:videoFile r:link="rId3"/>
              <p:extLst>
                <p:ext uri="{DAA4B4D4-6D71-4841-9C94-3DE7FCFB9230}">
                  <p14:media xmlns:p14="http://schemas.microsoft.com/office/powerpoint/2010/main" r:embed="rId4"/>
                </p:ext>
              </p:extLst>
            </p:nvPr>
          </p:nvPicPr>
          <p:blipFill>
            <a:blip r:embed="rId2"/>
            <a:srcRect l="15492" t="0" r="18180" b="0"/>
            <a:stretch>
              <a:fillRect/>
            </a:stretch>
          </p:blipFill>
          <p:spPr>
            <a:xfrm flipH="false" flipV="false">
              <a:off x="0" y="0"/>
              <a:ext cx="6257284" cy="9433915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857250" y="2486644"/>
            <a:ext cx="6012740" cy="207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PROJECT</a:t>
            </a:r>
          </a:p>
          <a:p>
            <a:pPr algn="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GOAL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0150" y="4781015"/>
            <a:ext cx="5669840" cy="105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To create a seamless collection of simple, fun games for users to enjoy while offering a user-friendly interface.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8995" y="6398134"/>
            <a:ext cx="2112150" cy="34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READ MORE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26300" y="-361442"/>
            <a:ext cx="11274313" cy="11009883"/>
            <a:chOff x="0" y="0"/>
            <a:chExt cx="2969366" cy="2899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9366" cy="2899722"/>
            </a:xfrm>
            <a:custGeom>
              <a:avLst/>
              <a:gdLst/>
              <a:ahLst/>
              <a:cxnLst/>
              <a:rect r="r" b="b" t="t" l="l"/>
              <a:pathLst>
                <a:path h="2899722" w="2969366">
                  <a:moveTo>
                    <a:pt x="0" y="0"/>
                  </a:moveTo>
                  <a:lnTo>
                    <a:pt x="2969366" y="0"/>
                  </a:lnTo>
                  <a:lnTo>
                    <a:pt x="2969366" y="2899722"/>
                  </a:lnTo>
                  <a:lnTo>
                    <a:pt x="0" y="2899722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69366" cy="2937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22236" y="1741941"/>
            <a:ext cx="3747427" cy="2664836"/>
            <a:chOff x="0" y="0"/>
            <a:chExt cx="4996569" cy="3553114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0" t="7608" r="0" b="7608"/>
            <a:stretch>
              <a:fillRect/>
            </a:stretch>
          </p:blipFill>
          <p:spPr>
            <a:xfrm flipH="false" flipV="false">
              <a:off x="0" y="0"/>
              <a:ext cx="4996569" cy="3553114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8722236" y="5381194"/>
            <a:ext cx="3747427" cy="2664836"/>
            <a:chOff x="0" y="0"/>
            <a:chExt cx="4996569" cy="3553114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2363" t="0" r="2363" b="0"/>
            <a:stretch>
              <a:fillRect/>
            </a:stretch>
          </p:blipFill>
          <p:spPr>
            <a:xfrm flipH="false" flipV="false">
              <a:off x="0" y="0"/>
              <a:ext cx="4996569" cy="3553114"/>
            </a:xfrm>
            <a:prstGeom prst="rect">
              <a:avLst/>
            </a:prstGeom>
          </p:spPr>
        </p:pic>
      </p:grpSp>
      <p:grpSp>
        <p:nvGrpSpPr>
          <p:cNvPr name="Group 9" id="9"/>
          <p:cNvGrpSpPr/>
          <p:nvPr/>
        </p:nvGrpSpPr>
        <p:grpSpPr>
          <a:xfrm rot="0">
            <a:off x="13044637" y="1741941"/>
            <a:ext cx="3747427" cy="2664836"/>
            <a:chOff x="0" y="0"/>
            <a:chExt cx="4996569" cy="3553114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4"/>
            <a:srcRect l="2802" t="0" r="2802" b="0"/>
            <a:stretch>
              <a:fillRect/>
            </a:stretch>
          </p:blipFill>
          <p:spPr>
            <a:xfrm flipH="false" flipV="false">
              <a:off x="0" y="0"/>
              <a:ext cx="4996569" cy="3553114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13044637" y="5381194"/>
            <a:ext cx="3747427" cy="2664836"/>
            <a:chOff x="0" y="0"/>
            <a:chExt cx="4996569" cy="3553114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5"/>
            <a:srcRect l="4915" t="0" r="4915" b="0"/>
            <a:stretch>
              <a:fillRect/>
            </a:stretch>
          </p:blipFill>
          <p:spPr>
            <a:xfrm flipH="false" flipV="false">
              <a:off x="0" y="0"/>
              <a:ext cx="4996569" cy="3553114"/>
            </a:xfrm>
            <a:prstGeom prst="rect">
              <a:avLst/>
            </a:prstGeom>
          </p:spPr>
        </p:pic>
      </p:grpSp>
      <p:sp>
        <p:nvSpPr>
          <p:cNvPr name="TextBox 13" id="13"/>
          <p:cNvSpPr txBox="true"/>
          <p:nvPr/>
        </p:nvSpPr>
        <p:spPr>
          <a:xfrm rot="0">
            <a:off x="470370" y="2525401"/>
            <a:ext cx="5701712" cy="230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4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KEY</a:t>
            </a:r>
          </a:p>
          <a:p>
            <a:pPr algn="r">
              <a:lnSpc>
                <a:spcPts val="904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6104" y="5788087"/>
            <a:ext cx="5285978" cy="246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Users can create an account and log in to access the game collection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 custom UI designed with a retro theme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Game Collection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22236" y="4556556"/>
            <a:ext cx="3747427" cy="34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Log 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22236" y="8195809"/>
            <a:ext cx="3747427" cy="34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4637" y="4556556"/>
            <a:ext cx="3747427" cy="34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Account Creation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44637" y="8195809"/>
            <a:ext cx="3747427" cy="34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Games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351" y="-170090"/>
            <a:ext cx="10224351" cy="10627180"/>
            <a:chOff x="0" y="0"/>
            <a:chExt cx="2692833" cy="2798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92833" cy="2798928"/>
            </a:xfrm>
            <a:custGeom>
              <a:avLst/>
              <a:gdLst/>
              <a:ahLst/>
              <a:cxnLst/>
              <a:rect r="r" b="b" t="t" l="l"/>
              <a:pathLst>
                <a:path h="2798928" w="2692833">
                  <a:moveTo>
                    <a:pt x="0" y="0"/>
                  </a:moveTo>
                  <a:lnTo>
                    <a:pt x="2692833" y="0"/>
                  </a:lnTo>
                  <a:lnTo>
                    <a:pt x="2692833" y="2798928"/>
                  </a:lnTo>
                  <a:lnTo>
                    <a:pt x="0" y="2798928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92833" cy="2837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04822" y="2288511"/>
            <a:ext cx="7469921" cy="235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280"/>
              </a:lnSpc>
            </a:pPr>
            <a:r>
              <a:rPr lang="en-US" b="true" sz="8000" spc="376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TECHNICAL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877" y="5059407"/>
            <a:ext cx="698524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RETROES is built using Java (Swing) for UI and game logic, with text files for data storage, and custom fonts and a warm color scheme for a retro aesthetic.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60425" y="6398134"/>
            <a:ext cx="2112150" cy="34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READ MORE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152647" y="2808466"/>
            <a:ext cx="7366000" cy="845062"/>
            <a:chOff x="0" y="0"/>
            <a:chExt cx="1940016" cy="2225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16" cy="222568"/>
            </a:xfrm>
            <a:custGeom>
              <a:avLst/>
              <a:gdLst/>
              <a:ahLst/>
              <a:cxnLst/>
              <a:rect r="r" b="b" t="t" l="l"/>
              <a:pathLst>
                <a:path h="222568" w="1940016">
                  <a:moveTo>
                    <a:pt x="0" y="0"/>
                  </a:moveTo>
                  <a:lnTo>
                    <a:pt x="1940016" y="0"/>
                  </a:lnTo>
                  <a:lnTo>
                    <a:pt x="1940016" y="222568"/>
                  </a:lnTo>
                  <a:lnTo>
                    <a:pt x="0" y="222568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40016" cy="260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142516" y="2900429"/>
            <a:ext cx="1310626" cy="5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Java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152647" y="4891605"/>
            <a:ext cx="7366000" cy="887981"/>
            <a:chOff x="0" y="0"/>
            <a:chExt cx="1940016" cy="2338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16" cy="233871"/>
            </a:xfrm>
            <a:custGeom>
              <a:avLst/>
              <a:gdLst/>
              <a:ahLst/>
              <a:cxnLst/>
              <a:rect r="r" b="b" t="t" l="l"/>
              <a:pathLst>
                <a:path h="233871" w="1940016">
                  <a:moveTo>
                    <a:pt x="0" y="0"/>
                  </a:moveTo>
                  <a:lnTo>
                    <a:pt x="1940016" y="0"/>
                  </a:lnTo>
                  <a:lnTo>
                    <a:pt x="1940016" y="233871"/>
                  </a:lnTo>
                  <a:lnTo>
                    <a:pt x="0" y="233871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40016" cy="271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872276" y="5040357"/>
            <a:ext cx="3851106" cy="5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Framework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33647" y="2886216"/>
            <a:ext cx="4946947" cy="5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Programming Language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89860" y="5059258"/>
            <a:ext cx="1369861" cy="5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Swing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152647" y="6633471"/>
            <a:ext cx="7366000" cy="845062"/>
            <a:chOff x="0" y="0"/>
            <a:chExt cx="1940016" cy="222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40016" cy="222568"/>
            </a:xfrm>
            <a:custGeom>
              <a:avLst/>
              <a:gdLst/>
              <a:ahLst/>
              <a:cxnLst/>
              <a:rect r="r" b="b" t="t" l="l"/>
              <a:pathLst>
                <a:path h="222568" w="1940016">
                  <a:moveTo>
                    <a:pt x="0" y="0"/>
                  </a:moveTo>
                  <a:lnTo>
                    <a:pt x="1940016" y="0"/>
                  </a:lnTo>
                  <a:lnTo>
                    <a:pt x="1940016" y="222568"/>
                  </a:lnTo>
                  <a:lnTo>
                    <a:pt x="0" y="222568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40016" cy="260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533647" y="6711221"/>
            <a:ext cx="4946947" cy="5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Data Storage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19779" y="6720746"/>
            <a:ext cx="1741595" cy="5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Text files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3252" y="6118184"/>
            <a:ext cx="643398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Lorem ipsum dolor sit amet, consectetur adipiscing elit, sed do eiusmod tempor incididunt ut labore et dolore magna aliqua. </a:t>
            </a:r>
          </a:p>
        </p:txBody>
      </p:sp>
      <p:grpSp>
        <p:nvGrpSpPr>
          <p:cNvPr name="Group 3" id="3"/>
          <p:cNvGrpSpPr/>
          <p:nvPr/>
        </p:nvGrpSpPr>
        <p:grpSpPr>
          <a:xfrm rot="-1330815">
            <a:off x="9144000" y="0"/>
            <a:ext cx="9235941" cy="10287000"/>
            <a:chOff x="0" y="0"/>
            <a:chExt cx="2432511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251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32511">
                  <a:moveTo>
                    <a:pt x="0" y="0"/>
                  </a:moveTo>
                  <a:lnTo>
                    <a:pt x="2432511" y="0"/>
                  </a:lnTo>
                  <a:lnTo>
                    <a:pt x="24325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2511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625688"/>
            <a:ext cx="5353644" cy="1613840"/>
            <a:chOff x="0" y="0"/>
            <a:chExt cx="7138192" cy="215178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3931"/>
              <a:ext cx="2005915" cy="1609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04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360595" y="-95250"/>
              <a:ext cx="4777597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5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Flapocalypse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321349" y="762196"/>
              <a:ext cx="4816843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A challenging game where users control a character flying through obstacles.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0" y="4512792"/>
            <a:ext cx="5353644" cy="1261415"/>
            <a:chOff x="0" y="0"/>
            <a:chExt cx="7138192" cy="168188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3931"/>
              <a:ext cx="2005915" cy="1609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04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360595" y="-95250"/>
              <a:ext cx="4777597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5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Streak Tac Toe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321349" y="762196"/>
              <a:ext cx="4816843" cy="919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A modern take on the classic Tic-Tac-Toe game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05656" y="7399896"/>
            <a:ext cx="5353644" cy="1261564"/>
            <a:chOff x="0" y="0"/>
            <a:chExt cx="7138192" cy="168208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63931"/>
              <a:ext cx="2005915" cy="1609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04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03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360595" y="-95250"/>
              <a:ext cx="4777597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5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What The Snake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321349" y="762196"/>
              <a:ext cx="4816843" cy="919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A snake game with a retro twist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4157186"/>
            <a:ext cx="8759376" cy="111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b="true" sz="8000" spc="5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HIGHLIGHTS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155957"/>
            <a:ext cx="4682397" cy="138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9999">
                <a:solidFill>
                  <a:srgbClr val="000000"/>
                </a:solidFill>
                <a:latin typeface="Brittany"/>
                <a:ea typeface="Brittany"/>
                <a:cs typeface="Brittany"/>
                <a:sym typeface="Brittany"/>
              </a:rPr>
              <a:t>game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7658" y="-361441"/>
            <a:ext cx="9829008" cy="4806441"/>
            <a:chOff x="0" y="0"/>
            <a:chExt cx="2588710" cy="12658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88710" cy="1265894"/>
            </a:xfrm>
            <a:custGeom>
              <a:avLst/>
              <a:gdLst/>
              <a:ahLst/>
              <a:cxnLst/>
              <a:rect r="r" b="b" t="t" l="l"/>
              <a:pathLst>
                <a:path h="1265894" w="2588710">
                  <a:moveTo>
                    <a:pt x="0" y="0"/>
                  </a:moveTo>
                  <a:lnTo>
                    <a:pt x="2588710" y="0"/>
                  </a:lnTo>
                  <a:lnTo>
                    <a:pt x="2588710" y="1265894"/>
                  </a:lnTo>
                  <a:lnTo>
                    <a:pt x="0" y="1265894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88710" cy="1303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85550" y="1028700"/>
            <a:ext cx="5486400" cy="8229600"/>
            <a:chOff x="0" y="0"/>
            <a:chExt cx="7315200" cy="1097280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0" t="0" r="4264" b="0"/>
            <a:stretch>
              <a:fillRect/>
            </a:stretch>
          </p:blipFill>
          <p:spPr>
            <a:xfrm flipH="false" flipV="false">
              <a:off x="0" y="0"/>
              <a:ext cx="7315200" cy="10972800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180919" y="5041900"/>
            <a:ext cx="7688576" cy="4216400"/>
            <a:chOff x="0" y="0"/>
            <a:chExt cx="10251435" cy="5621867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t="0" r="4183" b="0"/>
            <a:stretch>
              <a:fillRect/>
            </a:stretch>
          </p:blipFill>
          <p:spPr>
            <a:xfrm flipH="false" flipV="false">
              <a:off x="0" y="0"/>
              <a:ext cx="10251435" cy="5621867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0">
            <a:off x="0" y="1203550"/>
            <a:ext cx="8308278" cy="100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00"/>
              </a:lnSpc>
            </a:pPr>
            <a:r>
              <a:rPr lang="en-US" b="true" sz="65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FLAPOCALYPSE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2002" y="2678186"/>
            <a:ext cx="663718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 fun and challenging game where users control a character flying through obstacles.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91351"/>
            <a:ext cx="9526703" cy="10669703"/>
            <a:chOff x="0" y="0"/>
            <a:chExt cx="2509090" cy="2810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9090" cy="2810128"/>
            </a:xfrm>
            <a:custGeom>
              <a:avLst/>
              <a:gdLst/>
              <a:ahLst/>
              <a:cxnLst/>
              <a:rect r="r" b="b" t="t" l="l"/>
              <a:pathLst>
                <a:path h="2810128" w="2509090">
                  <a:moveTo>
                    <a:pt x="0" y="0"/>
                  </a:moveTo>
                  <a:lnTo>
                    <a:pt x="2509090" y="0"/>
                  </a:lnTo>
                  <a:lnTo>
                    <a:pt x="2509090" y="2810128"/>
                  </a:lnTo>
                  <a:lnTo>
                    <a:pt x="0" y="2810128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9090" cy="2848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564705" y="1028700"/>
            <a:ext cx="5781889" cy="8229600"/>
            <a:chOff x="0" y="0"/>
            <a:chExt cx="1461702" cy="2080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1702" cy="2080500"/>
            </a:xfrm>
            <a:custGeom>
              <a:avLst/>
              <a:gdLst/>
              <a:ahLst/>
              <a:cxnLst/>
              <a:rect r="r" b="b" t="t" l="l"/>
              <a:pathLst>
                <a:path h="2080500" w="1461702">
                  <a:moveTo>
                    <a:pt x="0" y="0"/>
                  </a:moveTo>
                  <a:lnTo>
                    <a:pt x="1461702" y="0"/>
                  </a:lnTo>
                  <a:lnTo>
                    <a:pt x="1461702" y="2080500"/>
                  </a:lnTo>
                  <a:lnTo>
                    <a:pt x="0" y="20805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61702" cy="211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65893" y="1352478"/>
            <a:ext cx="5179514" cy="7582043"/>
            <a:chOff x="0" y="0"/>
            <a:chExt cx="6906019" cy="10109391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rcRect l="0" t="0" r="35040" b="0"/>
            <a:stretch>
              <a:fillRect/>
            </a:stretch>
          </p:blipFill>
          <p:spPr>
            <a:xfrm flipH="false" flipV="false">
              <a:off x="0" y="0"/>
              <a:ext cx="6906019" cy="10109391"/>
            </a:xfrm>
            <a:prstGeom prst="rect">
              <a:avLst/>
            </a:prstGeom>
          </p:spPr>
        </p:pic>
      </p:grpSp>
      <p:sp>
        <p:nvSpPr>
          <p:cNvPr name="TextBox 10" id="10"/>
          <p:cNvSpPr txBox="true"/>
          <p:nvPr/>
        </p:nvSpPr>
        <p:spPr>
          <a:xfrm rot="0">
            <a:off x="1356069" y="2333061"/>
            <a:ext cx="6774384" cy="326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8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</a:t>
            </a:r>
          </a:p>
          <a:p>
            <a:pPr algn="r">
              <a:lnSpc>
                <a:spcPts val="848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THE</a:t>
            </a:r>
          </a:p>
          <a:p>
            <a:pPr algn="r">
              <a:lnSpc>
                <a:spcPts val="848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SNAKE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8329" y="5917618"/>
            <a:ext cx="6532124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 snake game with a retro twist, featuring cool animations and different levels.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5078" y="-191351"/>
            <a:ext cx="18910736" cy="5264818"/>
            <a:chOff x="0" y="0"/>
            <a:chExt cx="4980605" cy="1386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0605" cy="1386619"/>
            </a:xfrm>
            <a:custGeom>
              <a:avLst/>
              <a:gdLst/>
              <a:ahLst/>
              <a:cxnLst/>
              <a:rect r="r" b="b" t="t" l="l"/>
              <a:pathLst>
                <a:path h="1386619" w="4980605">
                  <a:moveTo>
                    <a:pt x="0" y="0"/>
                  </a:moveTo>
                  <a:lnTo>
                    <a:pt x="4980605" y="0"/>
                  </a:lnTo>
                  <a:lnTo>
                    <a:pt x="4980605" y="1386619"/>
                  </a:lnTo>
                  <a:lnTo>
                    <a:pt x="0" y="1386619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0605" cy="1424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5718" y="841232"/>
            <a:ext cx="7660861" cy="3917910"/>
            <a:chOff x="0" y="0"/>
            <a:chExt cx="1938364" cy="9913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38364" cy="991316"/>
            </a:xfrm>
            <a:custGeom>
              <a:avLst/>
              <a:gdLst/>
              <a:ahLst/>
              <a:cxnLst/>
              <a:rect r="r" b="b" t="t" l="l"/>
              <a:pathLst>
                <a:path h="991316" w="1938364">
                  <a:moveTo>
                    <a:pt x="0" y="0"/>
                  </a:moveTo>
                  <a:lnTo>
                    <a:pt x="1938364" y="0"/>
                  </a:lnTo>
                  <a:lnTo>
                    <a:pt x="1938364" y="991316"/>
                  </a:lnTo>
                  <a:lnTo>
                    <a:pt x="0" y="9913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38364" cy="102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71421" y="5535771"/>
            <a:ext cx="7660861" cy="3917910"/>
            <a:chOff x="0" y="0"/>
            <a:chExt cx="1938364" cy="9913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8364" cy="991316"/>
            </a:xfrm>
            <a:custGeom>
              <a:avLst/>
              <a:gdLst/>
              <a:ahLst/>
              <a:cxnLst/>
              <a:rect r="r" b="b" t="t" l="l"/>
              <a:pathLst>
                <a:path h="991316" w="1938364">
                  <a:moveTo>
                    <a:pt x="0" y="0"/>
                  </a:moveTo>
                  <a:lnTo>
                    <a:pt x="1938364" y="0"/>
                  </a:lnTo>
                  <a:lnTo>
                    <a:pt x="1938364" y="991316"/>
                  </a:lnTo>
                  <a:lnTo>
                    <a:pt x="0" y="9913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38364" cy="102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70908" y="1040863"/>
            <a:ext cx="7230481" cy="3518647"/>
            <a:chOff x="0" y="0"/>
            <a:chExt cx="9640641" cy="4691529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2"/>
            <a:srcRect l="0" t="0" r="0" b="13486"/>
            <a:stretch>
              <a:fillRect/>
            </a:stretch>
          </p:blipFill>
          <p:spPr>
            <a:xfrm flipH="false" flipV="false">
              <a:off x="0" y="0"/>
              <a:ext cx="9640641" cy="4691529"/>
            </a:xfrm>
            <a:prstGeom prst="rect">
              <a:avLst/>
            </a:prstGeom>
          </p:spPr>
        </p:pic>
      </p:grpSp>
      <p:grpSp>
        <p:nvGrpSpPr>
          <p:cNvPr name="Group 13" id="13"/>
          <p:cNvGrpSpPr/>
          <p:nvPr/>
        </p:nvGrpSpPr>
        <p:grpSpPr>
          <a:xfrm rot="0">
            <a:off x="9386611" y="5739653"/>
            <a:ext cx="7230481" cy="3518647"/>
            <a:chOff x="0" y="0"/>
            <a:chExt cx="9640641" cy="4691529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3"/>
            <a:srcRect l="0" t="26981" r="0" b="22520"/>
            <a:stretch>
              <a:fillRect/>
            </a:stretch>
          </p:blipFill>
          <p:spPr>
            <a:xfrm flipH="false" flipV="false">
              <a:off x="0" y="0"/>
              <a:ext cx="9640641" cy="4691529"/>
            </a:xfrm>
            <a:prstGeom prst="rect">
              <a:avLst/>
            </a:prstGeom>
          </p:spPr>
        </p:pic>
      </p:grpSp>
      <p:sp>
        <p:nvSpPr>
          <p:cNvPr name="TextBox 15" id="15"/>
          <p:cNvSpPr txBox="true"/>
          <p:nvPr/>
        </p:nvSpPr>
        <p:spPr>
          <a:xfrm rot="0">
            <a:off x="10561116" y="1538995"/>
            <a:ext cx="6698184" cy="218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STREAK</a:t>
            </a:r>
          </a:p>
          <a:p>
            <a:pPr algn="ctr">
              <a:lnSpc>
                <a:spcPts val="8480"/>
              </a:lnSpc>
            </a:pPr>
            <a:r>
              <a:rPr lang="en-US" b="true" sz="8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TAC-TOE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05786" y="6948114"/>
            <a:ext cx="616072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 modern take on the classic Tic-Tac-Toe game, with more competitive features.</a:t>
            </a:r>
          </a:p>
          <a:p>
            <a:pPr algn="ctr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21629" y="-595315"/>
            <a:ext cx="9420396" cy="10882315"/>
            <a:chOff x="0" y="0"/>
            <a:chExt cx="2481092" cy="2866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1092" cy="2866124"/>
            </a:xfrm>
            <a:custGeom>
              <a:avLst/>
              <a:gdLst/>
              <a:ahLst/>
              <a:cxnLst/>
              <a:rect r="r" b="b" t="t" l="l"/>
              <a:pathLst>
                <a:path h="2866124" w="2481092">
                  <a:moveTo>
                    <a:pt x="0" y="0"/>
                  </a:moveTo>
                  <a:lnTo>
                    <a:pt x="2481092" y="0"/>
                  </a:lnTo>
                  <a:lnTo>
                    <a:pt x="2481092" y="2866124"/>
                  </a:lnTo>
                  <a:lnTo>
                    <a:pt x="0" y="2866124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81092" cy="290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42094" y="856088"/>
            <a:ext cx="2268254" cy="3368384"/>
            <a:chOff x="0" y="0"/>
            <a:chExt cx="3024338" cy="4491178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0" t="0" r="28745" b="0"/>
            <a:stretch>
              <a:fillRect/>
            </a:stretch>
          </p:blipFill>
          <p:spPr>
            <a:xfrm flipH="false" flipV="false">
              <a:off x="0" y="0"/>
              <a:ext cx="3024338" cy="4491178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2496756" y="1028700"/>
            <a:ext cx="2268254" cy="3368384"/>
            <a:chOff x="0" y="0"/>
            <a:chExt cx="3024338" cy="4491178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t="12874" r="0" b="12874"/>
            <a:stretch>
              <a:fillRect/>
            </a:stretch>
          </p:blipFill>
          <p:spPr>
            <a:xfrm flipH="false" flipV="false">
              <a:off x="0" y="0"/>
              <a:ext cx="3024338" cy="4491178"/>
            </a:xfrm>
            <a:prstGeom prst="rect">
              <a:avLst/>
            </a:prstGeom>
          </p:spPr>
        </p:pic>
      </p:grpSp>
      <p:grpSp>
        <p:nvGrpSpPr>
          <p:cNvPr name="Group 9" id="9"/>
          <p:cNvGrpSpPr/>
          <p:nvPr/>
        </p:nvGrpSpPr>
        <p:grpSpPr>
          <a:xfrm rot="0">
            <a:off x="12496756" y="5143500"/>
            <a:ext cx="2268254" cy="3368384"/>
            <a:chOff x="0" y="0"/>
            <a:chExt cx="3024338" cy="4491178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4"/>
            <a:srcRect l="27226" t="0" r="27226" b="0"/>
            <a:stretch>
              <a:fillRect/>
            </a:stretch>
          </p:blipFill>
          <p:spPr>
            <a:xfrm flipH="false" flipV="false">
              <a:off x="0" y="0"/>
              <a:ext cx="3024338" cy="4491178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14994855" y="5328285"/>
            <a:ext cx="2268254" cy="3368384"/>
            <a:chOff x="0" y="0"/>
            <a:chExt cx="3024338" cy="4491178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5"/>
            <a:srcRect l="0" t="0" r="32878" b="0"/>
            <a:stretch>
              <a:fillRect/>
            </a:stretch>
          </p:blipFill>
          <p:spPr>
            <a:xfrm flipH="false" flipV="false">
              <a:off x="0" y="0"/>
              <a:ext cx="3024338" cy="4491178"/>
            </a:xfrm>
            <a:prstGeom prst="rect">
              <a:avLst/>
            </a:prstGeom>
          </p:spPr>
        </p:pic>
      </p:grpSp>
      <p:sp>
        <p:nvSpPr>
          <p:cNvPr name="TextBox 13" id="13"/>
          <p:cNvSpPr txBox="true"/>
          <p:nvPr/>
        </p:nvSpPr>
        <p:spPr>
          <a:xfrm rot="0">
            <a:off x="1345848" y="3764865"/>
            <a:ext cx="6949247" cy="104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8"/>
              </a:lnSpc>
            </a:pPr>
            <a:r>
              <a:rPr lang="en-US" sz="7704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2247" y="5280660"/>
            <a:ext cx="714262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>
                    <a:alpha val="80000"/>
                  </a:srgbClr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RETROES is a tribute to retro gaming, showcasing our passion and skills in Java-based game development through nostalgic yet engaging gameplay.</a:t>
            </a:r>
          </a:p>
          <a:p>
            <a:pPr algn="r">
              <a:lnSpc>
                <a:spcPts val="28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942094" y="4307840"/>
            <a:ext cx="226825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92406" y="4458653"/>
            <a:ext cx="226825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96756" y="8569034"/>
            <a:ext cx="226825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Design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94855" y="8753818"/>
            <a:ext cx="226825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Output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7764" y="-110329"/>
            <a:ext cx="9511764" cy="10507658"/>
            <a:chOff x="0" y="0"/>
            <a:chExt cx="2505156" cy="276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5156" cy="2767449"/>
            </a:xfrm>
            <a:custGeom>
              <a:avLst/>
              <a:gdLst/>
              <a:ahLst/>
              <a:cxnLst/>
              <a:rect r="r" b="b" t="t" l="l"/>
              <a:pathLst>
                <a:path h="2767449" w="2505156">
                  <a:moveTo>
                    <a:pt x="0" y="0"/>
                  </a:moveTo>
                  <a:lnTo>
                    <a:pt x="2505156" y="0"/>
                  </a:lnTo>
                  <a:lnTo>
                    <a:pt x="2505156" y="2767449"/>
                  </a:lnTo>
                  <a:lnTo>
                    <a:pt x="0" y="2767449"/>
                  </a:lnTo>
                  <a:close/>
                </a:path>
              </a:pathLst>
            </a:custGeom>
            <a:solidFill>
              <a:srgbClr val="FFF6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5156" cy="2805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7504">
            <a:off x="10805663" y="3900333"/>
            <a:ext cx="5289193" cy="2924817"/>
            <a:chOff x="0" y="0"/>
            <a:chExt cx="1393038" cy="7703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3039" cy="770322"/>
            </a:xfrm>
            <a:custGeom>
              <a:avLst/>
              <a:gdLst/>
              <a:ahLst/>
              <a:cxnLst/>
              <a:rect r="r" b="b" t="t" l="l"/>
              <a:pathLst>
                <a:path h="770322" w="1393039">
                  <a:moveTo>
                    <a:pt x="0" y="0"/>
                  </a:moveTo>
                  <a:lnTo>
                    <a:pt x="1393039" y="0"/>
                  </a:lnTo>
                  <a:lnTo>
                    <a:pt x="1393039" y="770322"/>
                  </a:lnTo>
                  <a:lnTo>
                    <a:pt x="0" y="770322"/>
                  </a:lnTo>
                  <a:close/>
                </a:path>
              </a:pathLst>
            </a:custGeom>
            <a:solidFill>
              <a:srgbClr val="FFF6E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93038" cy="80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34315">
            <a:off x="10751458" y="3831904"/>
            <a:ext cx="5289193" cy="2924817"/>
            <a:chOff x="0" y="0"/>
            <a:chExt cx="1393038" cy="7703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93039" cy="770322"/>
            </a:xfrm>
            <a:custGeom>
              <a:avLst/>
              <a:gdLst/>
              <a:ahLst/>
              <a:cxnLst/>
              <a:rect r="r" b="b" t="t" l="l"/>
              <a:pathLst>
                <a:path h="770322" w="1393039">
                  <a:moveTo>
                    <a:pt x="0" y="0"/>
                  </a:moveTo>
                  <a:lnTo>
                    <a:pt x="1393039" y="0"/>
                  </a:lnTo>
                  <a:lnTo>
                    <a:pt x="1393039" y="770322"/>
                  </a:lnTo>
                  <a:lnTo>
                    <a:pt x="0" y="770322"/>
                  </a:lnTo>
                  <a:close/>
                </a:path>
              </a:pathLst>
            </a:custGeom>
            <a:solidFill>
              <a:srgbClr val="FFF6E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93038" cy="80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51458" y="3729720"/>
            <a:ext cx="5289193" cy="2924817"/>
            <a:chOff x="0" y="0"/>
            <a:chExt cx="1393038" cy="770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3039" cy="770322"/>
            </a:xfrm>
            <a:custGeom>
              <a:avLst/>
              <a:gdLst/>
              <a:ahLst/>
              <a:cxnLst/>
              <a:rect r="r" b="b" t="t" l="l"/>
              <a:pathLst>
                <a:path h="770322" w="1393039">
                  <a:moveTo>
                    <a:pt x="0" y="0"/>
                  </a:moveTo>
                  <a:lnTo>
                    <a:pt x="1393039" y="0"/>
                  </a:lnTo>
                  <a:lnTo>
                    <a:pt x="1393039" y="770322"/>
                  </a:lnTo>
                  <a:lnTo>
                    <a:pt x="0" y="770322"/>
                  </a:lnTo>
                  <a:close/>
                </a:path>
              </a:pathLst>
            </a:custGeom>
            <a:solidFill>
              <a:srgbClr val="FFF6E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93038" cy="80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60256" y="1547999"/>
            <a:ext cx="7947263" cy="698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999"/>
              </a:lnSpc>
            </a:pPr>
            <a:r>
              <a:rPr lang="en-US" b="true" sz="99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THANK </a:t>
            </a:r>
          </a:p>
          <a:p>
            <a:pPr algn="r">
              <a:lnSpc>
                <a:spcPts val="10999"/>
              </a:lnSpc>
            </a:pPr>
            <a:r>
              <a:rPr lang="en-US" b="true" sz="99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YOU </a:t>
            </a:r>
          </a:p>
          <a:p>
            <a:pPr algn="r">
              <a:lnSpc>
                <a:spcPts val="10999"/>
              </a:lnSpc>
            </a:pPr>
            <a:r>
              <a:rPr lang="en-US" b="true" sz="99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FOR </a:t>
            </a:r>
          </a:p>
          <a:p>
            <a:pPr algn="r">
              <a:lnSpc>
                <a:spcPts val="10999"/>
              </a:lnSpc>
            </a:pPr>
            <a:r>
              <a:rPr lang="en-US" b="true" sz="99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YOUR ATTENTION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18043" y="3694113"/>
            <a:ext cx="4682397" cy="273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9999">
                <a:solidFill>
                  <a:srgbClr val="000000"/>
                </a:solidFill>
                <a:latin typeface="Brittany"/>
                <a:ea typeface="Brittany"/>
                <a:cs typeface="Brittany"/>
                <a:sym typeface="Brittany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DAGUxSNLo_Q</dc:identifier>
  <dcterms:modified xsi:type="dcterms:W3CDTF">2011-08-01T06:04:30Z</dcterms:modified>
  <cp:revision>1</cp:revision>
  <dc:title>Creative and Minimal Portfolio Presentation</dc:title>
</cp:coreProperties>
</file>